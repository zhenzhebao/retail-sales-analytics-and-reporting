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Product return analysis1">
            <a:extLst>
              <a:ext uri="{FF2B5EF4-FFF2-40B4-BE49-F238E27FC236}">
                <a16:creationId xmlns:a16="http://schemas.microsoft.com/office/drawing/2014/main" id="{6FF7F75C-0672-43B1-A5DC-F09A2B557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55" y="0"/>
            <a:ext cx="10431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tory 71">
            <a:extLst>
              <a:ext uri="{FF2B5EF4-FFF2-40B4-BE49-F238E27FC236}">
                <a16:creationId xmlns:a16="http://schemas.microsoft.com/office/drawing/2014/main" id="{03F4E6A4-432C-40DA-87B2-1A2C85064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55" y="0"/>
            <a:ext cx="10431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tory 81">
            <a:extLst>
              <a:ext uri="{FF2B5EF4-FFF2-40B4-BE49-F238E27FC236}">
                <a16:creationId xmlns:a16="http://schemas.microsoft.com/office/drawing/2014/main" id="{625D29F9-5DEA-41CD-937B-85CDA9582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55" y="0"/>
            <a:ext cx="10431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tory 91">
            <a:extLst>
              <a:ext uri="{FF2B5EF4-FFF2-40B4-BE49-F238E27FC236}">
                <a16:creationId xmlns:a16="http://schemas.microsoft.com/office/drawing/2014/main" id="{CFDB0669-23F3-4306-A857-58B0B5467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55" y="0"/>
            <a:ext cx="10431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tory 101">
            <a:extLst>
              <a:ext uri="{FF2B5EF4-FFF2-40B4-BE49-F238E27FC236}">
                <a16:creationId xmlns:a16="http://schemas.microsoft.com/office/drawing/2014/main" id="{1FB2A6DD-5695-423A-A58D-D7C33C48B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55" y="0"/>
            <a:ext cx="10431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tory 111">
            <a:extLst>
              <a:ext uri="{FF2B5EF4-FFF2-40B4-BE49-F238E27FC236}">
                <a16:creationId xmlns:a16="http://schemas.microsoft.com/office/drawing/2014/main" id="{D048E33C-CCFC-46E3-B0F2-0A8AC984B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55" y="0"/>
            <a:ext cx="10431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臻哲 包</cp:lastModifiedBy>
  <cp:revision>1</cp:revision>
  <dcterms:created xsi:type="dcterms:W3CDTF">2026-06-29T15:16:42Z</dcterms:created>
  <dcterms:modified xsi:type="dcterms:W3CDTF">2026-06-29T15:25:34Z</dcterms:modified>
</cp:coreProperties>
</file>