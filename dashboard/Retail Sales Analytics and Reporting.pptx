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Story 11">
            <a:extLst>
              <a:ext uri="{FF2B5EF4-FFF2-40B4-BE49-F238E27FC236}">
                <a16:creationId xmlns:a16="http://schemas.microsoft.com/office/drawing/2014/main" id="{6C9C28C1-6867-4970-A57B-30173978E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13" y="0"/>
            <a:ext cx="11351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Story 21">
            <a:extLst>
              <a:ext uri="{FF2B5EF4-FFF2-40B4-BE49-F238E27FC236}">
                <a16:creationId xmlns:a16="http://schemas.microsoft.com/office/drawing/2014/main" id="{F3B7CA95-8770-4599-9052-071A160CD0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13" y="0"/>
            <a:ext cx="11351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Story 31">
            <a:extLst>
              <a:ext uri="{FF2B5EF4-FFF2-40B4-BE49-F238E27FC236}">
                <a16:creationId xmlns:a16="http://schemas.microsoft.com/office/drawing/2014/main" id="{81FBD119-2FA9-4A9A-A4D0-7AE129021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13" y="0"/>
            <a:ext cx="11351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Story 41">
            <a:extLst>
              <a:ext uri="{FF2B5EF4-FFF2-40B4-BE49-F238E27FC236}">
                <a16:creationId xmlns:a16="http://schemas.microsoft.com/office/drawing/2014/main" id="{DA9C2B31-9051-46E8-BC55-FA0B1C7B0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13" y="0"/>
            <a:ext cx="11351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Story 51">
            <a:extLst>
              <a:ext uri="{FF2B5EF4-FFF2-40B4-BE49-F238E27FC236}">
                <a16:creationId xmlns:a16="http://schemas.microsoft.com/office/drawing/2014/main" id="{39555B06-43E9-4E0D-AC1F-C2CE2E2FB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413" y="0"/>
            <a:ext cx="11351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臻哲 包</cp:lastModifiedBy>
  <cp:revision>1</cp:revision>
  <dcterms:created xsi:type="dcterms:W3CDTF">2026-06-20T20:21:50Z</dcterms:created>
  <dcterms:modified xsi:type="dcterms:W3CDTF">2026-06-20T20:22:17Z</dcterms:modified>
</cp:coreProperties>
</file>